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deb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9319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9C46A"/>
                </a:solidFill>
              </a:rPr>
              <a:t>WHTools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Drop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12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99AA"/>
                </a:solidFill>
              </a:rPr>
              <a:t>TV Package Motion Simulation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15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8B8D"/>
                </a:solidFill>
              </a:rPr>
              <a:t>Powered by  MuJoCo · OpenRadioss · PySide6</a:t>
            </a:r>
          </a:p>
        </p:txBody>
      </p:sp>
      <p:pic>
        <p:nvPicPr>
          <p:cNvPr id="9" name="Picture 8" descr="ui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640080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4480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낙하 시뮬레이션 자동화 플랫폼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937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</a:rPr>
              <a:t>포장재 설계 단계에서 낙하 충격을 정밀 예측하여
개발 기간 단축 및 시험 비용 절감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9C46A"/>
                </a:solidFill>
              </a:rPr>
              <a:t>개요 및 목적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🎯  배경 /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TV 세트 낙하 시험은 물리적 시제품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시제품 제작 → 비용·기간 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설계 변경 시 반복 시험 부담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00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포장재 최적화에 정량적 데이터 부족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18872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💡  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3736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MuJoCo 기반 실시간 물리 시뮬레이션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4825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OpenRadioss FEM 해석으로 응력 정밀도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5915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낙하 각도·높이 자동 배치 (22가지 시나리오)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700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배치 실행 → 결과 자동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18872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📈  기대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73736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시제품 없이 설계 단계 평가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04825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포장재 두께·재질 최적화 가속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35915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시험 횟수 대폭 감소 (비용 절감)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6700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시나리오별 결과 DB 자동 구축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9C46A"/>
                </a:solidFill>
              </a:rPr>
              <a:t>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0058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UI Layer  (PySide6)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Control Panel · Model Setup · Batch Launcher · Result 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59152"/>
            <a:ext cx="11274552" cy="10058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Simulation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WHTs Engine (MuJoCo)  ·  JAX SSR  ·  Physics Solver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9584"/>
            <a:ext cx="11274552" cy="1005840"/>
          </a:xfrm>
          <a:prstGeom prst="rect">
            <a:avLst/>
          </a:prstGeom>
          <a:solidFill>
            <a:srgbClr val="8A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21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FEM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OpenRadioss Builder  ·  INP/RAD 변환  ·  Penetration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0016"/>
            <a:ext cx="11274552" cy="1005840"/>
          </a:xfrm>
          <a:prstGeom prst="rect">
            <a:avLst/>
          </a:prstGeom>
          <a:solidFill>
            <a:srgbClr val="D27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914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Post-Processing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755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Multi-Postprocessor  ·  Analysis Pipeline  · 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아키텍처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물리 시뮬레이션 엔진  —  MuJoCo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TV 세트 + 포장재를 MuJoCo MJCF XML로 모델링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0253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낙하 높이 / 각도를 초기 속도·자세로 자동 변환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실시간 뷰어(OpenGL) 또는 오프스크린 렌더러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시뮬레이션 결과를 .pkl 파일로 저장 → 후처리 연계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모델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Discrete Block Model : 3×3×3, 3×3×1(Weld) 등 구조 프리셋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Normal / Fast / Rough 3가지 블록 물성 프리셋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Ground Friction 별도 다이얼로그로 정밀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4748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22가지 낙하 시나리오 자동 배치 (IEC/ISTA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43000"/>
            <a:ext cx="576072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배치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멀티 시나리오 병렬 실행 (worker 수 지정)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025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각 시나리오별 MP4 동영상 자동 캡처 (imageio)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1343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진행률 실시간 모니터링 (Rich 콘솔)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2432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배치 완료 후 결과 폴더 자동 오픈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MuJoCo 시뮬레이션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FEM 해석 연동  —  OpenRadioss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669280" cy="2926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모델 빌더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MuJoCo 자세(위치·회전)를 Radioss 초기 조건으로 자동 변환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0253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두 가지 변환 모드 : 'parts' (세트 이동) / 'ground' (지면 이동)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Ground Penetration 사전 검사 (0.5 mm 클리어런스)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침투 감지 시 z축 방향으로 자동 보정 후 해석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INP → RAD 자동 변환, 서브루틴 자동 패치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566928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실행 &amp; 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OpenRadioss Starter + Engine 순차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00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stdout/stderr 실시간 스트리밍 (\r 정규화 처리)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3095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콘솔 폭 동적 감지 (shutil.get_terminal_size)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4184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해석 완료 후 d3plot / binout 결과 자동 수집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576072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C46A"/>
                </a:solidFill>
              </a:rPr>
              <a:t>▶  후처리 &amp; 리포팅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응력(Von Mises) 분포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02536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에너지 / 변위 이력 그래프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1343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포장재 부품별 최대 응력 비교 테이블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2432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시나리오간 결과 비교 (Multi-Postprocessor)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935224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E8FF"/>
                </a:solidFill>
              </a:rPr>
              <a:t>▸  Excel / CSV 리포트 자동 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OpenRadioss FEM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사용자 인터페이스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49039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🖥  Control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낙하 시나리오 체크박스 (Select All / Deselect 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모델 설정 다이얼로그 (블록·마찰·회전 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배치 실행 진행률 + 로그 창 (Consolas 9pt)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View 메뉴 → About (빌드 번호 표시)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749039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⚙️  Model Setup Dialog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Config 트리 : 카테고리별 파라미터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📂/📁 Expand·Fold (선택 항목 / 전체)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Normal / Fast / Rough 블록 프리셋 버튼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2432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Ground Friction 전용 설정 다이얼로그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3749039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📊  Result 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시나리오별 응력·에너지 그래프 오버레이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부품별 컬러 맵 렌더링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MP4 동영상 재생 &amp;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2432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▸  Excel 리포트 원클릭 출력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UI / 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MuJoCo 3.x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JAX / JAXlib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SciPy (spatial, optimize)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FEM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OpenRadioss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INP↔RAD 변환기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NumPy (행렬 연산)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8" y="1143000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3075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169164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PySide6 (Qt6)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002536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PyQtGraph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2313432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PyVista (3D)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38728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8736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imageio + imageio-ffmpeg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9826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mujoco.Renderer (오프스크린)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libx264 MP4 인코딩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538728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37033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08736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PyInstaller (단일 배포)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39826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Miniconda vdmc 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39" y="470916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Git (빌드 번호 자동 증분)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8" y="3538728"/>
            <a:ext cx="3749039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8" y="37033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Logging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4087368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Rich (RichHandler)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398264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shutil.get_terminal_size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4709160"/>
            <a:ext cx="34289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◆  콘솔 폭 동적 적용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기술 스택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업무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737360" cy="256032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①  모델 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TV 세트 + 포장재
JSON 프로파일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9696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280160"/>
            <a:ext cx="1737360" cy="25603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②  시나리오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낙하 높이 / 각도
22가지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280160"/>
            <a:ext cx="1737360" cy="2560320"/>
          </a:xfrm>
          <a:prstGeom prst="rect">
            <a:avLst/>
          </a:prstGeom>
          <a:solidFill>
            <a:srgbClr val="8A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③  MuJoCo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물리 시뮬레이션
자세 &amp; 속도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1737360" cy="2560320"/>
          </a:xfrm>
          <a:prstGeom prst="rect">
            <a:avLst/>
          </a:prstGeom>
          <a:solidFill>
            <a:srgbClr val="D27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④  Radioss 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FEM 모델 생성
침투 보정 포함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280160"/>
            <a:ext cx="1737360" cy="2560320"/>
          </a:xfrm>
          <a:prstGeom prst="rect">
            <a:avLst/>
          </a:prstGeom>
          <a:solidFill>
            <a:srgbClr val="E76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⑤  FEM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OpenRadioss
응력 / 에너지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280160"/>
            <a:ext cx="1737360" cy="25603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417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⑥  결과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6596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8FF"/>
                </a:solidFill>
              </a:rPr>
              <a:t>그래프·리포트
MP4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</a:rPr>
              <a:t>배치 모드에서는 ②~⑤ 단계가 선택된 모든 시나리오에 대해 자동 반복 실행됩니다.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워크플로우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9C46A"/>
                </a:solidFill>
              </a:rPr>
              <a:t>주요 성과 &amp; 차별점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🔗  MuJoCo ↔ Radioss 완전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자세 변환 · 침투 보정 · 모델 빌드까지 원클릭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🎬  시뮬레이션 동영상 자동 캡처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배치 실행 중 시나리오별 MP4 저장 (imageio + libx264)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📐  Ground Penetration 사전 보정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0.5 mm 클리어런스 자동 검사 → Radioss 오류 방지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🖥  동적 콘솔 폭 적응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shutil.get_terminal_size → 어떤 터미널에서도 깔끔한 출력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📦  단일 EXE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PyInstaller : MuJoCo · JAX · Radioss 빌더 포함 All-in-One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97680"/>
            <a:ext cx="55778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97680"/>
            <a:ext cx="73152" cy="13716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C46A"/>
                </a:solidFill>
              </a:rPr>
              <a:t>📊  통합 후처리 &amp; 리포팅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F"/>
                </a:solidFill>
              </a:rPr>
              <a:t>시나리오간 비교 · Excel 리포트 · 3D 응력 맵 자동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3276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WHTools Drop Simulator  ·  성과 &amp; 차별점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deb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657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C46A"/>
                </a:solidFill>
              </a:rPr>
              <a:t>WHTools Drop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포장 설계 혁신을 위한
낙하 시뮬레이션 자동화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99AA"/>
                </a:solidFill>
              </a:rPr>
              <a:t>whbest.lee@gmail.com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</a:rPr>
              <a:t>Build #115  ·  MuJoCo · OpenRadioss · PySide6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