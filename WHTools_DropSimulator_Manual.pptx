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deb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310896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749039"/>
            <a:ext cx="3840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Segoe UI"/>
              </a:rPr>
              <a:t>WHTools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97680"/>
            <a:ext cx="3840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>
                <a:solidFill>
                  <a:srgbClr val="2B6CB0"/>
                </a:solidFill>
                <a:latin typeface="Segoe UI"/>
              </a:rPr>
              <a:t>Drop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937760"/>
            <a:ext cx="38404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EBF8FF"/>
                </a:solidFill>
                <a:latin typeface="Segoe UI"/>
              </a:rPr>
              <a:t>TV Package Motion Simulation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86400"/>
            <a:ext cx="3840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EBF8FF"/>
                </a:solidFill>
                <a:latin typeface="Segoe UI"/>
              </a:rPr>
              <a:t>Powered by  MuJoCo · JAX · OpenRadioss · PySide6</a:t>
            </a:r>
          </a:p>
        </p:txBody>
      </p:sp>
      <p:pic>
        <p:nvPicPr>
          <p:cNvPr id="9" name="Picture 8" descr="ui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97280"/>
            <a:ext cx="658368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0" y="4297680"/>
            <a:ext cx="65836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>
                <a:solidFill>
                  <a:srgbClr val="1A365D"/>
                </a:solidFill>
                <a:latin typeface="Segoe UI"/>
              </a:rPr>
              <a:t>프로젝트 상세설명 및 사용 설명서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846320"/>
            <a:ext cx="65836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Segoe UI"/>
              </a:rPr>
              <a:t>MuJoCo 물리 엔진과 JAX 자동 미분을 통합한</a:t>
            </a:r>
          </a:p>
          <a:p>
            <a:pPr algn="ctr"/>
            <a:r>
              <a:rPr sz="1400" b="0">
                <a:solidFill>
                  <a:srgbClr val="2D3748"/>
                </a:solidFill>
                <a:latin typeface="Segoe UI"/>
              </a:rPr>
              <a:t>TV 패키지 낙하 시뮬레이션 및 자율 구조 해석 통합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760720"/>
            <a:ext cx="6583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Segoe UI"/>
              </a:rPr>
              <a:t>Build #115  ·  WHTools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개요 및 목적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5661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2918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53030"/>
                </a:solidFill>
                <a:latin typeface="Segoe UI"/>
              </a:defRPr>
            </a:pPr>
            <a:r>
              <a:t>⚠️  기존 물리 시험의 한계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실제 TV 세트 낙하 충격 시험을 위해서는 매회 비싼 실물 시제품 제작이 불가피함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설계가 바뀔 때마다 시제품 재제작과 낙하 시험의 반복으로 비용/기간 과다 소요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복잡한 포장재 구조의 실시간 응력 및 변위 데이터 획득이 매우 어렵고 제한적임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096512" y="1234440"/>
            <a:ext cx="3566160" cy="438912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371600"/>
            <a:ext cx="32918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A365D"/>
                </a:solidFill>
                <a:latin typeface="Segoe UI"/>
              </a:defRPr>
            </a:pPr>
            <a:r>
              <a:t>💡  WHTools 통합 솔루션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MuJoCo 물리 엔진 기반의 초고속(실시간급) 강체-유연체 물리 시뮬레이터 제공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JAX 기반 Kirchhoff 박판 솔버를 탑재해 마커 궤적만으로 자율 구조 해석 연동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OpenRadioss 비선형 유한요소(FEM) 솔버와의 연계로 정밀 해석 데이터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27264" y="1234440"/>
            <a:ext cx="35661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64424" y="1371600"/>
            <a:ext cx="32918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2F855A"/>
                </a:solidFill>
                <a:latin typeface="Segoe UI"/>
              </a:defRPr>
            </a:pPr>
            <a:r>
              <a:t>📈  도입 효과 및 기대 가치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시제품 제작 이전 설계 단계에서 낙하 거동과 충격 강도를 즉시 가상 평가 가능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부품 두께 및 재질 최적화(Cushion, Box)를 통해 개발 비용 70% 이상 절감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22가지 ISTA 표준 시험 규격 만족 여부를 단시간 내 스크리닝하여 신뢰성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개요 및 비즈니스 목적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02.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시스템 아키텍처 및 데이터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3774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A365D"/>
                </a:solidFill>
                <a:latin typeface="Segoe UI"/>
              </a:defRPr>
            </a:pPr>
            <a:r>
              <a:t>UI Layer (PySide6)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Control Center UI Panel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Model Setup Dialog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Result Viewer (Plot/Video)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XML Live Editor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External Tool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3017520"/>
            <a:ext cx="1371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>
                <a:solidFill>
                  <a:srgbClr val="2B6CB0"/>
                </a:solidFill>
                <a:latin typeface="Segoe U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371600"/>
            <a:ext cx="2651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08760"/>
            <a:ext cx="23774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B6CB0"/>
                </a:solidFill>
                <a:latin typeface="Segoe UI"/>
              </a:defRPr>
            </a:pPr>
            <a:r>
              <a:t>Simulation Layer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WHTs Engine (MuJoCo)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관성 텐서 자동 보정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Friction/Damping 튜닝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이산 블록 &amp; 용접 프리셋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Trajectory 스냅샷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017520"/>
            <a:ext cx="1371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>
                <a:solidFill>
                  <a:srgbClr val="2B6CB0"/>
                </a:solidFill>
                <a:latin typeface="Segoe U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8464" y="1371600"/>
            <a:ext cx="2651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508760"/>
            <a:ext cx="23774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B6CB0"/>
                </a:solidFill>
                <a:latin typeface="Segoe UI"/>
              </a:defRPr>
            </a:pPr>
            <a:r>
              <a:t>FEM Layer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OpenRadioss Builder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INP / RAD 파일 자동 변환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지면 침투(Penetration)</a:t>
            </a:r>
            <a:br/>
            <a:r>
              <a:t>자동 감지 및 Z축 오프셋 보정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Starter/Engine 배치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3017520"/>
            <a:ext cx="1371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>
                <a:solidFill>
                  <a:srgbClr val="2B6CB0"/>
                </a:solidFill>
                <a:latin typeface="Segoe U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4816" y="1371600"/>
            <a:ext cx="2651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1976" y="1508760"/>
            <a:ext cx="23774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A365D"/>
                </a:solidFill>
                <a:latin typeface="Segoe UI"/>
              </a:defRPr>
            </a:pPr>
            <a:r>
              <a:t>Post-Processing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JAX Kirchhoff 솔버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Von-Mises 응력장 자동 계산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VTKHDF 시계열 출력 (ParaView)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GLB 3D 메시 익스포트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2D3748"/>
                </a:solidFill>
                <a:latin typeface="Segoe UI"/>
              </a:defRPr>
            </a:pPr>
            <a:r>
              <a:t>•  배치 엑셀 리포트 자동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40680"/>
            <a:ext cx="11457432" cy="73152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Segoe UI"/>
              </a:rPr>
              <a:t>💡  핵심 데이터 파이프라인: 입력 설정(JSON) → 물리 거동(MuJoCo) → 스냅샷 수집 → 자율 해석(JAX Kirchhoff) → 고정밀 FEM 검증(OpenRadioss) &amp; 3D 가시화(ParaView/VTK)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시스템 구조 및 파이프라인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03. KEY FEATURE  —  GUI CONTROL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통합 제어 패널 (Simulation Control Center)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실시간 시뮬레이션 및 카메라 제어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실시간 재생 제어: Play / Pause / Reset 단축키 제공 및 0.1x~10.0x 배속 재생 지원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Timeline 탐색: 타임라인 스냅샷 슬라이더로 충격 전후 프레임을 초정밀(Frame-by-frame)로 분석 가능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카메라 뷰 단축 피팅: +X, -X, +Y, -Y, +Z, -Z, ISO 시점 전환 버튼을 배치하여 최적 관찰 각도 제공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상태 모니터링: 시뮬레이션 물리 시간, 스텝 정보 및 발생한 경고/오류 메시지 직관적 실시간 표출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3949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모델 파라미터 및 외부 도구 관리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Config Tree 인터페이스: 치수(Box, Set), 쿠션 강성, 용접 조건 등의 파라미터를 카테고리 트리로 조작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XML Live Editor 내장: MuJoCo XML 파일을 GUI 내부 텍스트 에디터로 직접 수정하고, Apply 시 실시간 재로드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실시간 거동 그래프: 선택된 포장재 및 내부 SET 마커들의 XYZ 위치, 속도 변화 파형을 PyQtGraph 실시간 모니터링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외부 연동 설정: [View] -&gt; [Edit External Tools INI]를 통해 별도 파일 조작 없이 ParaView, Radioss 실행 경로 변경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통합 UI 및 실시간 파라미터 튜닝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04. KEY FEATURE  —  DIFFERENTIABLE PHYSICS &amp; FEA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JAX 기반 자율 구조 해석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자율 해석 알고리즘 및 엔진 성능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마커 궤적(3D Trajectory) 기반 무치수 해석 (Minimalist): CAD 세부 도면이나 복잡한 전처리(Mesh, Boundary) 없이, 물체 표면에 장착된 마커의 거동 데이터만으로 변형 상태 역추정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JAX 가속화 Kirchhoff 박판 솔버: 고도화된 선형 시스템 솔버를 XLA 컴파일러 및 JAX `vmap`, `jit`으로 고속화하여, 수천 프레임의 구조 해석을 단 몇 초 만에 완료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비선형 Kirchhoff 평판 이론: 대변형(Large Deformation) 거동에 최적화된 변분법 수식을 적용해 박판(Paperbox, Chassis)의 비선형 좌굴 및 충격 응력장 예측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3949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주요 산출물 및 데이터 처리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전 파츠 Von-Mises 응력 해석: 포장 박스(Paperbox), 완충재(Cushion), Chassis, OpenCell 등 주요 구성 파츠별 응력(Stress)과 변위(Displacement) 자동 계산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통계적 자율 정렬 (Statistical Alignment): 기준 좌표계나 회전 행렬 정보가 사전에 없는 원시 마커 데이터라도 주성분 분석(PCA) 등 통계적 기법으로 기하 구조 자동 정렬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분석 결과 경량 영구 저장: 최종 계산된 응력/변위 시계열 데이터를 float32 타입으로 최적화하여 `results/latest_results.pkl`에 바이너리로 저장 및 신속 압축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JAX 가속 자율 해석 엔진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05. KEY FEATURE  —  BATCH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ISTA-6 Amazon 배치 낙하 해석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배치 해석 시나리오 및 실행 성능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ISTA-6 Amazon 규격 최적화: 물류 유통 환경의 충격을 평가하는 Amazon.com 6-Parcel(ISTA 6-Amazon-SIOC) 및 LTL 낙하 시험 규격을 완벽하게 충족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22가지 낙하 시나리오 구성: 모서리(Corner) 낙하, 에지(Edge) 낙하, 평면(Face) 낙하 등 다양한 각도 및 높이별 시퀀스를 자동으로 인스턴스화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병렬 멀티 프로세싱 (Multi-Workers): 하드웨어 성능에 맞게 CPU 워커(Workers) 개수를 조작하여, 여러 시나리오를 헤드리스 모드로 동시 병렬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3949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결과 수집 및 리포팅 자동화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코너 이력 데이터 추출: Cushion, Chassis, OpenCell 등 주요 부위의 8개 코너에 대한 실시간 XYZ 충격 거동 및 최대 속도/가속도 이력 데이터 수집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최적화 연계 파일 자동 출력: 시뮬레이션 실행 완료 시 위상 최적화(Topology Optimization) 스크립트와 연동 가능한 `topo_arg.txt` 파일 자동 생성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Rich 실시간 진행률 대시보드: 콘솔창을 통해 시나리오별 CPU 점유, 완료 시점, 성공 여부, 동영상 캡처 진행 상태를 한눈에 모니터링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배치 시뮬레이션 및 데이터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06. OPERATION MANUAL  — 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사용 방법  —  프로그램 실행 및 기본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프로그램 실행 절차 (Execution Process)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1. Miniconda 가상환경 활성화 (Python 3.10+ 권장)</a:t>
            </a:r>
            <a:br/>
            <a:r>
              <a:t>   &gt; conda activate vdmc</a:t>
            </a:r>
            <a:br/>
            <a:r>
              <a:t>   또는 필요한 의존 패키지(jax, mujoco, pyvista, pyside6) 설치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2. run_drop_simulation_cases_v6.py 내부 설정 편집</a:t>
            </a:r>
            <a:br/>
            <a:r>
              <a:t>   - 파일 하단의 `if __name__ == '__main__':` 블록 참조</a:t>
            </a:r>
            <a:br/>
            <a:r>
              <a:t>   - 호출할 셋업 함수 지정 (예: `test_case_1_setup`)</a:t>
            </a:r>
            <a:br/>
            <a:r>
              <a:t>   - `use_viewer=True` 설정 시 Control Center GUI 활성화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3. 파이썬 진입점 실행</a:t>
            </a:r>
            <a:br/>
            <a:r>
              <a:t>   &gt; python TVPackageMotionSim/run_drop_simulation_cases_v6.py</a:t>
            </a:r>
            <a:br/>
            <a:r>
              <a:t>   - 실행 시 MuJoCo Viewer와 Control Center Panel이 동시 구동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669280" cy="475488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3949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외부 도구 경로 및 연동 설정 (Config INI)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외부 도구 설정 파일: external_tools_config.ini</a:t>
            </a:r>
            <a:br/>
            <a:r>
              <a:t>- 본 플랫폼은 외부 솔버 및 뷰어와의 고속 연동을 위해 환경 변수 대신 INI 설정 파일을 사용합니다.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주요 설정 파라미터:</a:t>
            </a:r>
            <a:br/>
            <a:r>
              <a:t>- [Tools] 카테고리 내 실행 파일 절대 경로 작성</a:t>
            </a:r>
            <a:br/>
            <a:r>
              <a:t>- openradioss_path : OpenRadioss Starter/Engine 실행 파일 경로</a:t>
            </a:r>
            <a:br/>
            <a:r>
              <a:t>- paraview_path : ParaView.exe 실행 경로</a:t>
            </a:r>
            <a:br/>
            <a:r>
              <a:t>- lsprepost_path : LS-PrePost.exe 실행 경로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GUI를 통한 원클릭 편집:</a:t>
            </a:r>
            <a:br/>
            <a:r>
              <a:t>- 상단 메뉴 [View] -&gt; [Edit External Tools Config (INI)] 선택 시 텍스트 에디터 창이 열려 즉시 수정 및 저장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사용 준비 및 환경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07. OPERATION MANUAL  —  MODEL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사용 방법  —  모델 설정 및 물리 파라미터 튜닝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Model Setup Dialog를 통한 간편 튜닝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▸  치수 및 강성 파라미터 설정:</a:t>
            </a:r>
            <a:br/>
            <a:r>
              <a:t>- Model Setup Dialog 내의 Config Tree 메뉴를 확장하여 Box 외곽 치수, 내부 TV SET 치수, Cushion 두께 등을 직관적으로 수정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▸  접촉 및 마찰 계수 조정:</a:t>
            </a:r>
            <a:br/>
            <a:r>
              <a:t>- 포장 박스 내부 및 낙하 지면(Ground)의 마찰 계수를 전용 Friction 다이얼로그로 정밀 조정하여 충격 반발 형태 튜닝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▸  물성 프리셋 선택:</a:t>
            </a:r>
            <a:br/>
            <a:r>
              <a:t>- Normal(해석 정밀도와 속도의 균형), Fast(빠른 스크리닝 목적), Rough(초기 레이아웃 확인) 등 3가지 사양 프리셋 버튼 제공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3949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고급 물리 거동 및 관성 튜닝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▸  관성 텐서 자동 보정 (Assembly Inertia Correction):</a:t>
            </a:r>
            <a:br/>
            <a:r>
              <a:t>- TV SET 실물의 목표 질량, 무게중심(CoG), 관성모멘트(MoI)를 GUI에 입력 시, MuJoCo XML 파일 내에 가상의 fullinertia 보정 바디를 자동 삽입하여 거동 싱크 정합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▸  이산 블록 및 Weld 연결 (Discrete &amp; Weld Blocks):</a:t>
            </a:r>
            <a:br/>
            <a:r>
              <a:t>- Cushion 등 충격을 많이 받는 파츠를 여러 개의 이산화된 블록(예: 3x3x3 등) 구조로 자동 분할 생성</a:t>
            </a:r>
            <a:br/>
            <a:r>
              <a:t>- 각 블록 접합부에 solref/solimp 기반 용접(Weld) 강도를 적용하여 한계 하중 도달 시 파손 및 탈거 거동 구현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모델 파라미터 및 고급 튜닝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08. OPERATION MANUAL  —  FEM LINKAGE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사용 방법  —  OpenRadioss FEM 해석 및 후처리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MuJoCo 상태 기반 FEM 모델 자동 빌드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최대 충격 스냅샷 캡처:</a:t>
            </a:r>
            <a:br/>
            <a:r>
              <a:t>- MuJoCo 시뮬레이션 진행 중, 가장 변형이 크거나 상세한 강도 평가가 요구되는 충격 프레임(또는 특정 관심 시간대)의 위치/자세를 캡처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OpenRadioss 모델 자동 빌드:</a:t>
            </a:r>
            <a:br/>
            <a:r>
              <a:t>- [Export to Radioss] 기능 실행 시 캡처된 자세 및 조건을 반영한 OpenRadioss 전용 해석 입력 파일(.rad, .inc)을 디렉토리에 자동 생성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Ground Penetration 사전 보정:</a:t>
            </a:r>
            <a:br/>
            <a:r>
              <a:t>- FEM 해석 수렴 에러를 방지하기 위해 지면과의 초기 침투(Penetration) 여부를 사전 검출(0.5 mm 이하)하고 z축 방향 오프셋 자동 보정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3949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365D"/>
                </a:solidFill>
                <a:latin typeface="Segoe UI"/>
              </a:defRPr>
            </a:pPr>
            <a:r>
              <a:t>▶  다양한 데이터 익스포트 및 분석 리포팅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VTKHDF 시계열 출력:</a:t>
            </a:r>
            <a:br/>
            <a:r>
              <a:t>- JAX Kirchhoff 해석기에서 계산된 응력과 변위의 시계열 데이터를 VTKHDF 포맷으로 출력하여 ParaView에서 고속 로드 및 분석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GLB 3D 내보내기:</a:t>
            </a:r>
            <a:br/>
            <a:r>
              <a:t>- 최대 응력이 작용하는 형상의 Von-Mises 응력 분포를 GLB 포맷으로 변환해 웹 브라우저나 PT용 3D 뷰어에서 회전 및 확대 분석 가능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Segoe UI"/>
              </a:defRPr>
            </a:pPr>
            <a:r>
              <a:t>•  배치 Excel 리포트 자동 생성:</a:t>
            </a:r>
            <a:br/>
            <a:r>
              <a:t>- 각 시나리오별 Cushion, Box, Chassis의 최대 응력값, 작용 시간, 안전율(Safety Factor) 요약 데이터 테이블을 원클릭 리포팅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고정밀 FEM 연동 및 3D 후처리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889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Segoe UI"/>
              </a:rPr>
              <a:t>09. VALUE &amp; PERFORMANCE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주요 성과 및 차별성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2860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평가 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280160"/>
            <a:ext cx="45720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417320"/>
            <a:ext cx="4297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WHTools 통합 솔버 (MuJoCo/JAX)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280160"/>
            <a:ext cx="45720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417320"/>
            <a:ext cx="4297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기존 상용 FEM 솔버 (Abaqus / LS-DYNA)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2286000" cy="91440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29968"/>
            <a:ext cx="2011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2D3748"/>
                </a:solidFill>
                <a:latin typeface="Segoe UI"/>
              </a:rPr>
              <a:t>평균 해석 시간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920240"/>
            <a:ext cx="4572000" cy="91440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029968"/>
            <a:ext cx="4297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1A365D"/>
                </a:solidFill>
                <a:latin typeface="Segoe UI"/>
              </a:rPr>
              <a:t>시나리오별 약 1~2분 소요 (초고속)</a:t>
            </a:r>
          </a:p>
          <a:p>
            <a:pPr algn="l"/>
            <a:r>
              <a:rPr sz="1100" b="0">
                <a:solidFill>
                  <a:srgbClr val="1A365D"/>
                </a:solidFill>
                <a:latin typeface="Segoe UI"/>
              </a:rPr>
              <a:t>- 22가지 배치 전체 수행 시 약 30분 이내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920240"/>
            <a:ext cx="4572000" cy="91440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029968"/>
            <a:ext cx="4297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Segoe UI"/>
              </a:rPr>
              <a:t>단일 시나리오당 수 시간 ~ 수일 소요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Segoe UI"/>
              </a:rPr>
              <a:t>- 대규모 격자 생성 및 접촉 계산 부하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44368"/>
            <a:ext cx="2011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2D3748"/>
                </a:solidFill>
                <a:latin typeface="Segoe UI"/>
              </a:rPr>
              <a:t>전처리 편의성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834640"/>
            <a:ext cx="4572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944368"/>
            <a:ext cx="4297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1A365D"/>
                </a:solidFill>
                <a:latin typeface="Segoe UI"/>
              </a:rPr>
              <a:t>마커 궤적 기반 무치수 자동 정렬 지원</a:t>
            </a:r>
          </a:p>
          <a:p>
            <a:pPr algn="l"/>
            <a:r>
              <a:rPr sz="1100" b="0">
                <a:solidFill>
                  <a:srgbClr val="1A365D"/>
                </a:solidFill>
                <a:latin typeface="Segoe UI"/>
              </a:rPr>
              <a:t>- CAD 원본 유실 시에도 마커 데이터만으로 해석 가능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834640"/>
            <a:ext cx="4572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944368"/>
            <a:ext cx="4297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Segoe UI"/>
              </a:rPr>
              <a:t>복잡한 CAD 기하학 정리(Cleaning) 필수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Segoe UI"/>
              </a:rPr>
              <a:t>- 격자(Mesh) 생성, 접촉 쌍(Contact Pair) 수동 수립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49040"/>
            <a:ext cx="2286000" cy="91440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58768"/>
            <a:ext cx="2011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2D3748"/>
                </a:solidFill>
                <a:latin typeface="Segoe UI"/>
              </a:rPr>
              <a:t>배치 시나리오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3749040"/>
            <a:ext cx="4572000" cy="91440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858768"/>
            <a:ext cx="4297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1A365D"/>
                </a:solidFill>
                <a:latin typeface="Segoe UI"/>
              </a:rPr>
              <a:t>ISTA 22가지 시험 규격 원클릭 병렬 자동 빌드</a:t>
            </a:r>
          </a:p>
          <a:p>
            <a:pPr algn="l"/>
            <a:r>
              <a:rPr sz="1100" b="0">
                <a:solidFill>
                  <a:srgbClr val="1A365D"/>
                </a:solidFill>
                <a:latin typeface="Segoe UI"/>
              </a:rPr>
              <a:t>- 다중 작업자 환경에서 CPU 헤드리스 실행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749040"/>
            <a:ext cx="4572000" cy="91440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3858768"/>
            <a:ext cx="4297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Segoe UI"/>
              </a:rPr>
              <a:t>각 케이스별 경계 조건 수동 지정 필요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Segoe UI"/>
              </a:rPr>
              <a:t>- 시나리오가 늘어날수록 전처리 공수 급증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6344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773168"/>
            <a:ext cx="2011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>
                <a:solidFill>
                  <a:srgbClr val="2D3748"/>
                </a:solidFill>
                <a:latin typeface="Segoe UI"/>
              </a:rPr>
              <a:t>도입 및 유지 비용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4663440"/>
            <a:ext cx="4572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4773168"/>
            <a:ext cx="4297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1A365D"/>
                </a:solidFill>
                <a:latin typeface="Segoe UI"/>
              </a:rPr>
              <a:t>오픈소스 엔진(MuJoCo, OpenRadioss) 활용</a:t>
            </a:r>
          </a:p>
          <a:p>
            <a:pPr algn="l"/>
            <a:r>
              <a:rPr sz="1100" b="0">
                <a:solidFill>
                  <a:srgbClr val="1A365D"/>
                </a:solidFill>
                <a:latin typeface="Segoe UI"/>
              </a:rPr>
              <a:t>- 라이선스 비용 Zero, 클라우드 스케일링 용이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663440"/>
            <a:ext cx="4572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773168"/>
            <a:ext cx="4297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Segoe UI"/>
              </a:rPr>
              <a:t>솔버 코어(Core) 라이센스 구매 비용 과다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Segoe UI"/>
              </a:rPr>
              <a:t>- 동시 해석 개수 제한으로 병목 현상 발생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94960"/>
            <a:ext cx="11457432" cy="731520"/>
          </a:xfrm>
          <a:prstGeom prst="rect">
            <a:avLst/>
          </a:prstGeom>
          <a:solidFill>
            <a:srgbClr val="EBF8FF"/>
          </a:solidFill>
          <a:ln w="19050">
            <a:solidFill>
              <a:srgbClr val="D2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Segoe UI"/>
              </a:rPr>
              <a:t>📌 WHTools는 제품 설계 초기 단계의 신속한 스크리닝 및 최적화를 주도하며, 상세 변형 및 최종 신뢰성 검증 단계에서만 선택적으로 OpenRadioss FEM과 연계하여 해석 프로세스의 효율을 극대화합니다.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327648"/>
            <a:ext cx="9144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WHTools Drop Simulator  ·  가치 제안 및 비교 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327648"/>
            <a:ext cx="31089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>
                <a:solidFill>
                  <a:srgbClr val="EBF8FF"/>
                </a:solidFill>
                <a:latin typeface="Segoe UI"/>
              </a:rPr>
              <a:t>WHTools TV Drop Motion Simulator v6.0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deb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486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112745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WHTools TV Drop Motion Simulator v6.0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455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>
                <a:solidFill>
                  <a:srgbClr val="EBF8FF"/>
                </a:solidFill>
                <a:latin typeface="Segoe UI"/>
              </a:rPr>
              <a:t>포장 설계 혁신을 위한 낙하 시뮬레이션 자동화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291840"/>
            <a:ext cx="85313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500" b="0">
                <a:solidFill>
                  <a:srgbClr val="EBF8FF"/>
                </a:solidFill>
                <a:latin typeface="Segoe UI"/>
              </a:rPr>
              <a:t>기술 피드백 및 개발 협력 문의: whbest.lee@gmail.com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0152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■ Physics Core: MuJoCo 3.x · SciPy  |  ■ Structural Solver: JAX (Kirchhoff plate theory) · NumPy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■ Graphic / UI: PySide6 (Qt6) · PyQtGraph · PyVista (3D Rendering)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■ FEA Integration: OpenRadioss (Starter/Engine) · ParaView · LS-PrePost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■ Data format: HDF5 (VTKHDF) · Pickle · GLB ·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  <a:latin typeface="Segoe UI"/>
              </a:rPr>
              <a:t>Build #115  ·  MuJoCo · OpenRadioss · PySide6  ·  WHTools Engineering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